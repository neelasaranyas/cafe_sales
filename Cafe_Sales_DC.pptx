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5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11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7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24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7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8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9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2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20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22/09/2026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62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DATA CLEANING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87552"/>
            <a:ext cx="295337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 err="1"/>
              <a:t>Jupyter</a:t>
            </a:r>
            <a:r>
              <a:rPr dirty="0"/>
              <a:t> Notebook • </a:t>
            </a:r>
            <a:r>
              <a:rPr dirty="0" smtClean="0"/>
              <a:t>Caf</a:t>
            </a:r>
            <a:r>
              <a:rPr lang="en-US" dirty="0" smtClean="0"/>
              <a:t>e</a:t>
            </a:r>
            <a:r>
              <a:rPr dirty="0" smtClean="0"/>
              <a:t> </a:t>
            </a:r>
            <a:r>
              <a:rPr dirty="0"/>
              <a:t>Sales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2880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From raw, inconsistent data</a:t>
            </a:r>
          </a:p>
          <a:p>
            <a:pPr>
              <a:defRPr sz="2500">
                <a:solidFill>
                  <a:srgbClr val="BFDBFE"/>
                </a:solidFill>
                <a:latin typeface="Aptos Display"/>
              </a:defRPr>
            </a:pPr>
            <a:r>
              <a:t>to a clean and analysis-ready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605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3251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A5E9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73752"/>
            <a:ext cx="196596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Original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41605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43251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B981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873752"/>
            <a:ext cx="196596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1605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4325112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9E0B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873752"/>
            <a:ext cx="1965960" cy="502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27951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What </a:t>
            </a:r>
            <a:r>
              <a:rPr dirty="0"/>
              <a:t>this mini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 smtClean="0"/>
              <a:t>• </a:t>
            </a:r>
            <a:r>
              <a:rPr dirty="0"/>
              <a:t>Data cleaning is the process of identifying and correcting incomplete, inconsistent or invalid data.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• The project uses a </a:t>
            </a:r>
            <a:r>
              <a:rPr dirty="0" smtClean="0"/>
              <a:t>Caf</a:t>
            </a:r>
            <a:r>
              <a:rPr lang="en-US" dirty="0" smtClean="0"/>
              <a:t>e</a:t>
            </a:r>
            <a:r>
              <a:rPr dirty="0" smtClean="0"/>
              <a:t> </a:t>
            </a:r>
            <a:r>
              <a:rPr dirty="0"/>
              <a:t>Sales dataset loaded and cleaned in a </a:t>
            </a:r>
            <a:r>
              <a:rPr dirty="0" err="1"/>
              <a:t>Jupyter</a:t>
            </a:r>
            <a:r>
              <a:rPr dirty="0"/>
              <a:t> Notebook using Python and pandas.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• The main focus is on missing values, duplicate records, invalid placeholders such as UNKNOWN / ERROR, and numeric inconsistencies.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• A key part of the cleaning is using relationships between Quantity, Price Per Unit and Total Spent to recover missing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2. What is Data Cleaning?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34478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Turning </a:t>
            </a:r>
            <a:r>
              <a:rPr dirty="0"/>
              <a:t>raw data into reliable data for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0039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00398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6499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Identify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7326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Find missing values, duplicates, invalid values and inconsistent data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0039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900398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06499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67326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Replace, convert, calculate or impute values using rules supported by the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0039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900398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064990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67326"/>
            <a:ext cx="301752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Check that the cleaned dataset has the expected structure and no unresolved issues.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24128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 smtClean="0"/>
              <a:t>• </a:t>
            </a:r>
            <a:r>
              <a:rPr dirty="0"/>
              <a:t>In this notebook, cleaning is performed step by step rather than simply deleting rows.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/>
              <a:t>• The goal is to preserve useful transactions while improving data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3. Why is Data Cleaning Important?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472231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Clean </a:t>
            </a:r>
            <a:r>
              <a:rPr dirty="0"/>
              <a:t>data improves the reliability of everything built on top of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49569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49569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14161"/>
            <a:ext cx="4754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Accurate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6497"/>
            <a:ext cx="475488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Incorrect or missing values can distort totals, averages and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49569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949569"/>
            <a:ext cx="73152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14161"/>
            <a:ext cx="4754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Reliable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6497"/>
            <a:ext cx="475488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Better-quality input supports more trustworthy conclusions.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8409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098409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63001"/>
            <a:ext cx="4754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Consistent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65337"/>
            <a:ext cx="475488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Standardizing UNKNOWN / ERROR and data types makes columns usable.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98409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4098409"/>
            <a:ext cx="73152" cy="1737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263001"/>
            <a:ext cx="4754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Reproducible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665337"/>
            <a:ext cx="475488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Explicit cleaning rules can be documented and repeated.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4.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330494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Initial </a:t>
            </a:r>
            <a:r>
              <a:rPr dirty="0"/>
              <a:t>inspection from the </a:t>
            </a:r>
            <a:r>
              <a:rPr dirty="0" err="1"/>
              <a:t>Jupyter</a:t>
            </a:r>
            <a:r>
              <a:rPr dirty="0"/>
              <a:t>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4432" y="2012547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1592" y="217713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563EB"/>
                </a:solidFill>
                <a:latin typeface="Aptos Display"/>
              </a:defRPr>
            </a:pPr>
            <a:r>
              <a:rPr dirty="0"/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592" y="272577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rPr dirty="0"/>
              <a:t>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9032" y="2012547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6191" y="217713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B981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6191" y="272577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3632" y="2012547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30792" y="217713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9E0B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0792" y="2725779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1042416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 smtClean="0"/>
              <a:t>• </a:t>
            </a:r>
            <a:r>
              <a:rPr dirty="0"/>
              <a:t>Columns: Transaction ID, Item, Quantity, Price Per Unit, Total Spent, Payment Method, Location, Transaction Date.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/>
              <a:t>• Initial data profiling showed all 8 columns were read as string/object-like data in the notebook.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  <a:latin typeface="Aptos"/>
              </a:defRPr>
            </a:pPr>
            <a:r>
              <a:rPr dirty="0"/>
              <a:t>• Missing values were present in Item, Quantity, Price Per Unit, Total Spent, Payment Method, Location and Transaction Date.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5. Step-by-Step Cleaning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355841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The </a:t>
            </a:r>
            <a:r>
              <a:rPr dirty="0"/>
              <a:t>sequence followed in the </a:t>
            </a:r>
            <a:r>
              <a:rPr dirty="0" err="1"/>
              <a:t>Jupyter</a:t>
            </a:r>
            <a:r>
              <a:rPr dirty="0"/>
              <a:t>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60716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860716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785" y="2215001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1  Load &amp; profile the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7643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860716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60716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098" y="2132314"/>
            <a:ext cx="273504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2  Check duplicates and </a:t>
            </a:r>
            <a:endParaRPr lang="en-US" dirty="0" smtClean="0"/>
          </a:p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 smtClean="0"/>
              <a:t>missing </a:t>
            </a:r>
            <a:r>
              <a:rPr dirty="0"/>
              <a:t>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27643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80" y="1860716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860716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6196" y="2228248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3  Clean Item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27643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3369475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369475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32479"/>
            <a:ext cx="202972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4  </a:t>
            </a:r>
            <a:r>
              <a:rPr lang="en-US" dirty="0" smtClean="0"/>
              <a:t>Clean</a:t>
            </a:r>
            <a:r>
              <a:rPr dirty="0" smtClean="0"/>
              <a:t> </a:t>
            </a:r>
            <a:r>
              <a:rPr dirty="0"/>
              <a:t>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36404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3369475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369475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741098"/>
            <a:ext cx="251703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5  </a:t>
            </a:r>
            <a:r>
              <a:rPr lang="en-US" dirty="0" smtClean="0"/>
              <a:t>Clean</a:t>
            </a:r>
            <a:r>
              <a:rPr dirty="0" smtClean="0"/>
              <a:t> </a:t>
            </a:r>
            <a:r>
              <a:rPr dirty="0"/>
              <a:t>Price Per 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36404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83880" y="3360855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8183880" y="3369475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732480"/>
            <a:ext cx="225561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6  </a:t>
            </a:r>
            <a:r>
              <a:rPr lang="en-US" dirty="0" smtClean="0"/>
              <a:t>Clean</a:t>
            </a:r>
            <a:r>
              <a:rPr dirty="0" smtClean="0"/>
              <a:t> </a:t>
            </a:r>
            <a:r>
              <a:rPr dirty="0"/>
              <a:t>Total Spent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36404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4878236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4878236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129088"/>
            <a:ext cx="289053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7  Clean Payment Method </a:t>
            </a:r>
            <a:endParaRPr lang="en-US" dirty="0" smtClean="0"/>
          </a:p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 smtClean="0"/>
              <a:t>&amp; Location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822960" y="5445164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389120" y="4878236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4878236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5129088"/>
            <a:ext cx="3037178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8  Handle Transaction Date </a:t>
            </a:r>
            <a:endParaRPr lang="en-US" dirty="0" smtClean="0"/>
          </a:p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 smtClean="0"/>
              <a:t>placeholders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4617720" y="5445164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83880" y="4878236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83880" y="4878236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12480" y="5137717"/>
            <a:ext cx="249215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9  Validate and export </a:t>
            </a:r>
            <a:endParaRPr lang="en-US" dirty="0" smtClean="0"/>
          </a:p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rPr dirty="0" smtClean="0"/>
              <a:t>cleaned </a:t>
            </a:r>
            <a:r>
              <a:rPr dirty="0"/>
              <a:t>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6. Step 1 — Import, Load &amp;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537166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The </a:t>
            </a:r>
            <a:r>
              <a:rPr dirty="0"/>
              <a:t>notebook first creates the working </a:t>
            </a:r>
            <a:r>
              <a:rPr dirty="0" err="1"/>
              <a:t>dataframe</a:t>
            </a:r>
            <a:r>
              <a:rPr dirty="0"/>
              <a:t> and inspects its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799" y="1691634"/>
            <a:ext cx="11089257" cy="3134448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6093" y="2171865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In [ ]: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2205423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9032" y="2249589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import pandas as 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6173" y="3044510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print("import Done")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3449007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99032" y="3493173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cs = pd.read_csv("dirty_cafe_sales.csv")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804069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print("Read Done")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44168" y="4094785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399032" y="4123593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89888" y="4115086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/>
              <a:t>cs.info()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489" y="530830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• Purpose: understand the dataset before making any changes.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 dirty="0"/>
              <a:t>• Initial missing-value counts are identified with </a:t>
            </a:r>
            <a:r>
              <a:rPr dirty="0" err="1"/>
              <a:t>isnull</a:t>
            </a:r>
            <a:r>
              <a:rPr dirty="0"/>
              <a:t>().sum().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353312" y="2565660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399032" y="2560485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/>
              <a:t>import </a:t>
            </a:r>
            <a:r>
              <a:rPr dirty="0" err="1"/>
              <a:t>numpy</a:t>
            </a:r>
            <a:r>
              <a:rPr dirty="0"/>
              <a:t> as </a:t>
            </a:r>
            <a:r>
              <a:rPr dirty="0" err="1"/>
              <a:t>np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7. Step 2 — Check Duplicates &amp; Missing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295683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Before </a:t>
            </a:r>
            <a:r>
              <a:rPr dirty="0"/>
              <a:t>cleaning, quantify the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20436"/>
            <a:ext cx="10881360" cy="1540678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375883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In [ ]: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2423670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9032" y="2476468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cs.duplicated().sum()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847088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44168" y="3045462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99032" y="3098260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clean_cs.isnull</a:t>
            </a:r>
            <a:r>
              <a:rPr dirty="0"/>
              <a:t>().sum()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73659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B981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85232"/>
            <a:ext cx="274320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Duplicate rows found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5720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0" y="473659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9E0B"/>
                </a:solidFill>
                <a:latin typeface="Aptos Display"/>
              </a:defRPr>
            </a:pPr>
            <a:r>
              <a:t>3,265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285232"/>
            <a:ext cx="274320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Missing Location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572000"/>
            <a:ext cx="3017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4736592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4444"/>
                </a:solidFill>
                <a:latin typeface="Aptos Display"/>
              </a:defRPr>
            </a:pPr>
            <a:r>
              <a:t>2,579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285232"/>
            <a:ext cx="2743200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Missing Payment Method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8. Step </a:t>
            </a:r>
            <a:r>
              <a:rPr dirty="0" smtClean="0"/>
              <a:t>3 </a:t>
            </a:r>
            <a:r>
              <a:rPr dirty="0"/>
              <a:t>— Clean the Item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398493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Convert </a:t>
            </a:r>
            <a:r>
              <a:rPr dirty="0"/>
              <a:t>invalid placeholders to a consistent category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79"/>
            <a:ext cx="10881360" cy="25316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938527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In [ ]: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2020820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44168" y="2331715"/>
            <a:ext cx="10058400" cy="17471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3412564"/>
            <a:ext cx="7215437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lang="en-IN" dirty="0" err="1"/>
              <a:t>clean_cs</a:t>
            </a:r>
            <a:r>
              <a:rPr lang="en-IN" dirty="0"/>
              <a:t>["Item"] = </a:t>
            </a:r>
            <a:r>
              <a:rPr lang="en-IN" dirty="0" err="1"/>
              <a:t>clean_cs</a:t>
            </a:r>
            <a:r>
              <a:rPr lang="en-IN" dirty="0"/>
              <a:t>["Item"].</a:t>
            </a:r>
            <a:r>
              <a:rPr lang="en-IN" dirty="0" err="1"/>
              <a:t>fillna</a:t>
            </a:r>
            <a:r>
              <a:rPr lang="en-IN" dirty="0"/>
              <a:t>(</a:t>
            </a:r>
            <a:r>
              <a:rPr lang="en-IN" dirty="0" err="1"/>
              <a:t>clean_cs</a:t>
            </a:r>
            <a:r>
              <a:rPr lang="en-IN" dirty="0"/>
              <a:t>["Price Per Unit"].map(</a:t>
            </a:r>
            <a:r>
              <a:rPr lang="en-IN" dirty="0" err="1"/>
              <a:t>item_value</a:t>
            </a:r>
            <a:r>
              <a:rPr lang="en-IN" dirty="0"/>
              <a:t>))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4736592"/>
            <a:ext cx="1024128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dirty="0"/>
              <a:t>• UNKNOWN and ERROR are treated as invalid placeholders and converted to missing values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rPr dirty="0"/>
              <a:t>• Missing Item values are then </a:t>
            </a:r>
            <a:r>
              <a:rPr lang="en-US" dirty="0" smtClean="0"/>
              <a:t>mapped</a:t>
            </a:r>
            <a:r>
              <a:rPr dirty="0" smtClean="0"/>
              <a:t> with</a:t>
            </a:r>
            <a:r>
              <a:rPr lang="en-US" dirty="0" smtClean="0"/>
              <a:t> </a:t>
            </a:r>
            <a:r>
              <a:rPr lang="en-US" dirty="0" err="1" smtClean="0"/>
              <a:t>item_value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99032" y="2039111"/>
            <a:ext cx="6152646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</a:t>
            </a:r>
            <a:r>
              <a:rPr dirty="0"/>
              <a:t>["Item"] = </a:t>
            </a:r>
            <a:r>
              <a:rPr dirty="0" err="1"/>
              <a:t>clean_cs</a:t>
            </a:r>
            <a:r>
              <a:rPr dirty="0"/>
              <a:t>["Item"].replace(["UNKNOWN", "ERROR"], </a:t>
            </a:r>
            <a:r>
              <a:rPr dirty="0" err="1"/>
              <a:t>np.nan</a:t>
            </a:r>
            <a:r>
              <a:rPr dirty="0" smtClean="0"/>
              <a:t>)</a:t>
            </a:r>
            <a:endParaRPr lang="en-US" dirty="0" smtClean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 lang="en-US" dirty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 lang="en-US" dirty="0" smtClean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lang="en-US" dirty="0" err="1"/>
              <a:t>item_value</a:t>
            </a:r>
            <a:r>
              <a:rPr lang="en-US" dirty="0"/>
              <a:t> = (</a:t>
            </a:r>
            <a:r>
              <a:rPr lang="en-US" dirty="0" err="1"/>
              <a:t>clean_cs.dropna</a:t>
            </a:r>
            <a:r>
              <a:rPr lang="en-US" dirty="0"/>
              <a:t>(subset=["Item"])             </a:t>
            </a:r>
            <a:endParaRPr lang="en-US" dirty="0" smtClean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lang="en-US" dirty="0" smtClean="0"/>
              <a:t>              .</a:t>
            </a:r>
            <a:r>
              <a:rPr lang="en-US" dirty="0" err="1"/>
              <a:t>groupby</a:t>
            </a:r>
            <a:r>
              <a:rPr lang="en-US" dirty="0"/>
              <a:t>("Price Per Unit")["Item"]             </a:t>
            </a:r>
            <a:endParaRPr lang="en-US" dirty="0" smtClean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lang="en-US" dirty="0" smtClean="0"/>
              <a:t>              .</a:t>
            </a:r>
            <a:r>
              <a:rPr lang="en-US" dirty="0" err="1"/>
              <a:t>agg</a:t>
            </a:r>
            <a:r>
              <a:rPr lang="en-US" dirty="0"/>
              <a:t>(lambda x: </a:t>
            </a:r>
            <a:r>
              <a:rPr lang="en-US" dirty="0" err="1"/>
              <a:t>x.mode</a:t>
            </a:r>
            <a:r>
              <a:rPr lang="en-US" dirty="0"/>
              <a:t>()[0]))</a:t>
            </a:r>
            <a:endParaRPr lang="en-US" dirty="0" smtClean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 lang="en-US" dirty="0"/>
          </a:p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75803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9. Step 4 — </a:t>
            </a:r>
            <a:r>
              <a:rPr lang="en-US" dirty="0" smtClean="0"/>
              <a:t>Clean</a:t>
            </a:r>
            <a:r>
              <a:rPr dirty="0" smtClean="0"/>
              <a:t> </a:t>
            </a:r>
            <a:r>
              <a:rPr dirty="0"/>
              <a:t>Quantity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the relationship: Total Spent ÷ Price Per Unit = Quantity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35024"/>
            <a:ext cx="10972800" cy="3877055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8829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In [ ]: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688876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quantity_mask = 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999772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clean_cs["Quantity"].isnull()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310668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clean_cs["Price Per Unit"].notnull() 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621564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clean_cs["Total Spent"].notnull()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932460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044952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98448" y="3553216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53312" y="3554252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</a:t>
            </a:r>
            <a:r>
              <a:rPr dirty="0"/>
              <a:t>["Total Spent"] = </a:t>
            </a:r>
            <a:r>
              <a:rPr dirty="0" err="1"/>
              <a:t>pd.to_numeric</a:t>
            </a:r>
            <a:r>
              <a:rPr dirty="0"/>
              <a:t>(</a:t>
            </a:r>
            <a:r>
              <a:rPr dirty="0" err="1"/>
              <a:t>clean_cs</a:t>
            </a:r>
            <a:r>
              <a:rPr dirty="0"/>
              <a:t>["Total Spent"], errors="coerce")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8448" y="3864112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8448" y="3010204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98448" y="4175008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53312" y="4176044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clean_cs.loc</a:t>
            </a:r>
            <a:r>
              <a:rPr dirty="0"/>
              <a:t>[</a:t>
            </a:r>
            <a:r>
              <a:rPr dirty="0" err="1"/>
              <a:t>quantity_mask</a:t>
            </a:r>
            <a:r>
              <a:rPr dirty="0"/>
              <a:t>, "Quantity"] = (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8448" y="4485904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53312" y="4486940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clean_cs.loc</a:t>
            </a:r>
            <a:r>
              <a:rPr dirty="0"/>
              <a:t>[</a:t>
            </a:r>
            <a:r>
              <a:rPr dirty="0" err="1"/>
              <a:t>quantity_mask</a:t>
            </a:r>
            <a:r>
              <a:rPr dirty="0"/>
              <a:t>, "Total Spent"] / </a:t>
            </a:r>
            <a:r>
              <a:rPr dirty="0" err="1"/>
              <a:t>clean_cs.loc</a:t>
            </a:r>
            <a:r>
              <a:rPr dirty="0"/>
              <a:t>[</a:t>
            </a:r>
            <a:r>
              <a:rPr dirty="0" err="1"/>
              <a:t>quantity_mask</a:t>
            </a:r>
            <a:r>
              <a:rPr dirty="0"/>
              <a:t>, "Price Per Unit"]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797836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t>• A mask selects rows where Quantity is missing but Price Per Unit and Total Spent are available.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t>• Total Spent is converted to numeric before calculation.</a:t>
            </a:r>
          </a:p>
          <a:p>
            <a:pPr>
              <a:spcAft>
                <a:spcPts val="10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t>• The calculated quantity is written back only for the affected rows.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10. Step 4 — Finish Quantity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item-level median only where the value is still missing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51162"/>
            <a:ext cx="10881360" cy="1618488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90661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In [ ]: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07194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#this gives the median quantity for each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318090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clean_cs["Quantity"] = clean_cs["Quantity"].fillna(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2610698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2656418"/>
            <a:ext cx="5171609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clean_cs.groupby</a:t>
            </a:r>
            <a:r>
              <a:rPr dirty="0"/>
              <a:t>("Item")["Quantity"].transform("median</a:t>
            </a:r>
            <a:r>
              <a:rPr dirty="0" smtClean="0"/>
              <a:t>")</a:t>
            </a:r>
            <a:r>
              <a:rPr lang="en-US" dirty="0" smtClean="0"/>
              <a:t>)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14400" y="388620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050791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9E0B"/>
                </a:solidFill>
                <a:latin typeface="Aptos Display"/>
              </a:defRPr>
            </a:pPr>
            <a:r>
              <a:t>138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9943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Missing Quantity initially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88620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4050791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F4444"/>
                </a:solidFill>
                <a:latin typeface="Aptos Display"/>
              </a:defRPr>
            </a:pPr>
            <a: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59943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Still missing after formula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388620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4050791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B981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599432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Missing after median fill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• The notebook uses the median Quantity for each Item as a fallback for remaining missing values.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8346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11. Step 5 — </a:t>
            </a:r>
            <a:r>
              <a:rPr lang="en-US" dirty="0" smtClean="0"/>
              <a:t>Clean</a:t>
            </a:r>
            <a:r>
              <a:rPr dirty="0" smtClean="0"/>
              <a:t> </a:t>
            </a:r>
            <a:r>
              <a:rPr dirty="0"/>
              <a:t>Price Per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Total Spent ÷ Quantity when unit price is missing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0" cy="411480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02575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In [ ]: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490472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price_mask = 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785893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clean_cs["Price Per Unit"].isnull()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081315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clean_cs["Quantity"].notnull() 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376736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clean_cs["Total Spent"].notnull()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672158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967579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98448" y="3244713"/>
            <a:ext cx="10149840" cy="31370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53312" y="3263001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clean_cs.loc[price_mask, "Price Per Unit"] = (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8448" y="3540134"/>
            <a:ext cx="10149840" cy="31370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" y="3558422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    clean_cs.loc[price_mask, "Total Spent"] / clean_cs.loc[price_mask, "Quantity"]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3835556"/>
            <a:ext cx="10149840" cy="31370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53312" y="3853844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149265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98448" y="4419898"/>
            <a:ext cx="10149840" cy="31370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98448" y="4715320"/>
            <a:ext cx="10149840" cy="31370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10332720" cy="6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80">
                <a:solidFill>
                  <a:srgbClr val="1E293B"/>
                </a:solidFill>
                <a:latin typeface="Aptos"/>
              </a:defRPr>
            </a:pPr>
            <a:r>
              <a:rPr sz="1400" dirty="0"/>
              <a:t>• First calculate the price from the transaction total and quantity.</a:t>
            </a:r>
          </a:p>
          <a:p>
            <a:pPr>
              <a:spcAft>
                <a:spcPts val="1000"/>
              </a:spcAft>
              <a:defRPr sz="1180">
                <a:solidFill>
                  <a:srgbClr val="1E293B"/>
                </a:solidFill>
                <a:latin typeface="Aptos"/>
              </a:defRPr>
            </a:pPr>
            <a:r>
              <a:rPr sz="1400" dirty="0"/>
              <a:t>• Any remaining missing prices are filled using the median Price Per Unit for the corresponding Item.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53312" y="4444687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</a:t>
            </a:r>
            <a:r>
              <a:rPr dirty="0"/>
              <a:t>["Price Per Unit"] = </a:t>
            </a:r>
            <a:r>
              <a:rPr dirty="0" err="1"/>
              <a:t>clean_cs</a:t>
            </a:r>
            <a:r>
              <a:rPr dirty="0"/>
              <a:t>["Price Per Unit"].</a:t>
            </a:r>
            <a:r>
              <a:rPr dirty="0" err="1"/>
              <a:t>fillna</a:t>
            </a:r>
            <a:r>
              <a:rPr dirty="0"/>
              <a:t>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740108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clean_cs.groupby</a:t>
            </a:r>
            <a:r>
              <a:rPr dirty="0"/>
              <a:t>("Item")["Price Per Unit"].transform("median")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98448" y="5023688"/>
            <a:ext cx="10149840" cy="313709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353312" y="5035530"/>
            <a:ext cx="10104120" cy="341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4302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rPr dirty="0"/>
              <a:t>12. Step 6 — </a:t>
            </a:r>
            <a:r>
              <a:rPr lang="en-US" dirty="0" smtClean="0"/>
              <a:t>Clean</a:t>
            </a:r>
            <a:r>
              <a:rPr dirty="0" smtClean="0"/>
              <a:t> </a:t>
            </a:r>
            <a:r>
              <a:rPr dirty="0"/>
              <a:t>Total Spent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Use Quantity × Price Per Unit when the transaction total is missing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72800" cy="297180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8132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t>In [ ]: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58191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total_mask = (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86639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clean_cs["Total Spent"].isnull()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15087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clean_cs["Quantity"].notnull() &amp;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43535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clean_cs["Price Per Unit"].notnull()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71983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3270504"/>
            <a:ext cx="10149840" cy="302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328879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clean_cs.loc[total_mask, "Total Spent"] = (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3554984"/>
            <a:ext cx="10149840" cy="302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357327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    clean_cs.loc[total_mask, "Quantity"] * clean_cs.loc[total_mask, "Price Per Unit"]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8448" y="3839464"/>
            <a:ext cx="10149840" cy="302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3857752"/>
            <a:ext cx="10104120" cy="33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33272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A mask selects rows where Total Spent is missing but Quantity and Price Per Unit are available.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The missing total is reconstructed from the two available transaction components.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 dirty="0"/>
              <a:t>• After the cleaning workflow, the notebook’s final descriptive output shows 10,000 populated values for Quantity, Price Per </a:t>
            </a:r>
            <a:r>
              <a:rPr lang="en-US" dirty="0" smtClean="0"/>
              <a:t>            </a:t>
            </a:r>
            <a:r>
              <a:rPr dirty="0" smtClean="0"/>
              <a:t>Unit </a:t>
            </a:r>
            <a:r>
              <a:rPr dirty="0"/>
              <a:t>and Total Spent.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35168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13. Step 7 — Clean Payment Method &amp; 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446282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Standardize </a:t>
            </a:r>
            <a:r>
              <a:rPr dirty="0"/>
              <a:t>placeholders and fill missing categorical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69608"/>
            <a:ext cx="10972800" cy="2164368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8215" y="248449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In [ ]: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2490098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2525640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clean_cs["Payment Method"] = clean_cs["Payment Method"].replace(["UNKNOWN", "ERROR"], np.nan)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2800994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2836536"/>
            <a:ext cx="8359981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lang="en-IN" dirty="0" err="1"/>
              <a:t>clean_cs</a:t>
            </a:r>
            <a:r>
              <a:rPr lang="en-IN" dirty="0"/>
              <a:t>["Payment Method"] = </a:t>
            </a:r>
            <a:r>
              <a:rPr lang="en-IN" dirty="0" err="1"/>
              <a:t>clean_cs</a:t>
            </a:r>
            <a:r>
              <a:rPr lang="en-IN" dirty="0"/>
              <a:t>["Payment Method"].</a:t>
            </a:r>
            <a:r>
              <a:rPr lang="en-IN" dirty="0" err="1"/>
              <a:t>fillna</a:t>
            </a:r>
            <a:r>
              <a:rPr lang="en-IN" dirty="0"/>
              <a:t>(</a:t>
            </a:r>
            <a:r>
              <a:rPr lang="en-IN" dirty="0" err="1"/>
              <a:t>clean_cs</a:t>
            </a:r>
            <a:r>
              <a:rPr lang="en-IN" dirty="0"/>
              <a:t>["Payment Method"].mode()[0])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353312" y="2112264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98448" y="3422786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3458328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clean_cs["Location"] = clean_cs["Location"].replace({"UNKNOWN":"Takeaway", "ERROR": "In-store"})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3733682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3769224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clean_cs["Location"] = clean_cs["Location"].fillna(clean_cs["Location"].mode()[0])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312" y="5145657"/>
            <a:ext cx="10332720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80">
                <a:solidFill>
                  <a:srgbClr val="1E293B"/>
                </a:solidFill>
                <a:latin typeface="Aptos"/>
              </a:defRPr>
            </a:pPr>
            <a:r>
              <a:rPr dirty="0"/>
              <a:t>• Payment Method: UNKNOWN / ERROR → missing → </a:t>
            </a:r>
            <a:r>
              <a:rPr lang="en-US" dirty="0" smtClean="0"/>
              <a:t>filled with mode</a:t>
            </a:r>
          </a:p>
          <a:p>
            <a:pPr>
              <a:spcAft>
                <a:spcPts val="1000"/>
              </a:spcAft>
              <a:defRPr sz="1180">
                <a:solidFill>
                  <a:srgbClr val="1E293B"/>
                </a:solidFill>
                <a:latin typeface="Aptos"/>
              </a:defRPr>
            </a:pPr>
            <a:r>
              <a:rPr dirty="0" smtClean="0"/>
              <a:t>• </a:t>
            </a:r>
            <a:r>
              <a:rPr dirty="0"/>
              <a:t>Location: UNKNOWN → Takeaway, ERROR → In-store; remaining missing values are filled with the mode.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14. Step 8 — Transaction Date &amp; Final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523707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Remove </a:t>
            </a:r>
            <a:r>
              <a:rPr dirty="0"/>
              <a:t>invalid date placeholders, then inspect the cleaned </a:t>
            </a:r>
            <a:r>
              <a:rPr dirty="0" err="1"/>
              <a:t>dataframe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887457"/>
            <a:ext cx="10972800" cy="2615531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6656" y="2042906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In [ ]: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2142463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2143490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</a:t>
            </a:r>
            <a:r>
              <a:rPr dirty="0"/>
              <a:t>["Transaction Date"] = </a:t>
            </a:r>
            <a:r>
              <a:rPr dirty="0" err="1"/>
              <a:t>clean_cs</a:t>
            </a:r>
            <a:r>
              <a:rPr dirty="0"/>
              <a:t>["Transaction Date"].replace(["UNKNOWN", "ERROR"], </a:t>
            </a:r>
            <a:r>
              <a:rPr dirty="0" err="1"/>
              <a:t>np.nan</a:t>
            </a:r>
            <a:r>
              <a:rPr dirty="0"/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868455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98448" y="2764255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98448" y="3326438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353312" y="3662773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102524"/>
            <a:ext cx="1024128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R</a:t>
            </a:r>
            <a:r>
              <a:rPr dirty="0" smtClean="0"/>
              <a:t>eplace UNKNOWN </a:t>
            </a:r>
            <a:r>
              <a:rPr dirty="0"/>
              <a:t>/ ERROR in Transaction Date with missing </a:t>
            </a:r>
            <a:r>
              <a:rPr dirty="0" smtClean="0"/>
              <a:t>values</a:t>
            </a:r>
            <a:r>
              <a:rPr lang="en-US" dirty="0" smtClean="0"/>
              <a:t>, and fill the null values with interpolate()</a:t>
            </a:r>
            <a:r>
              <a:rPr dirty="0" smtClean="0"/>
              <a:t>.</a:t>
            </a:r>
            <a:endParaRPr dirty="0"/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ptos"/>
              </a:defRPr>
            </a:pPr>
            <a:r>
              <a:rPr dirty="0"/>
              <a:t>• Final checks include descriptive statistics and a duplicate-row check.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307592" y="3920968"/>
            <a:ext cx="1014984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353312" y="3938734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clean_cs.duplicated</a:t>
            </a:r>
            <a:r>
              <a:rPr dirty="0"/>
              <a:t>().sum()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343250"/>
            <a:ext cx="1010412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dirty="0" err="1"/>
              <a:t>clean_cs.describe</a:t>
            </a:r>
            <a:r>
              <a:rPr dirty="0"/>
              <a:t>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798932"/>
            <a:ext cx="9259266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rPr lang="en-US" dirty="0" err="1"/>
              <a:t>clean_cs</a:t>
            </a:r>
            <a:r>
              <a:rPr lang="en-US" dirty="0"/>
              <a:t> ["Transaction Date"] = </a:t>
            </a:r>
            <a:r>
              <a:rPr lang="en-US" dirty="0" err="1"/>
              <a:t>clean_cs</a:t>
            </a:r>
            <a:r>
              <a:rPr lang="en-US" dirty="0"/>
              <a:t>["Transaction Date"].</a:t>
            </a:r>
            <a:r>
              <a:rPr lang="en-US" dirty="0" err="1"/>
              <a:t>fillna</a:t>
            </a:r>
            <a:r>
              <a:rPr lang="en-US" dirty="0"/>
              <a:t>(</a:t>
            </a:r>
            <a:r>
              <a:rPr lang="en-US" dirty="0" err="1"/>
              <a:t>clean_cs</a:t>
            </a:r>
            <a:r>
              <a:rPr lang="en-US" dirty="0"/>
              <a:t>["Transaction Date"].interpolate())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15. Results —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Key outcomes supported by the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563EB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8483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Original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1536192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B981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08483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Cleaned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36192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9E0B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8483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1536192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EA5E9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8483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ptos"/>
              </a:defRPr>
            </a:pPr>
            <a:r>
              <a:t>Missing Quantity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06324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278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Quantity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3016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138 missing initially → formula-based recovery → remaining gaps filled using item-level median.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6324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06324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2278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Price Per 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3016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179 missing initially → derived from Total Spent / Quantity → remaining gaps filled using item-level median.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06324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06324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22783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F34"/>
                </a:solidFill>
                <a:latin typeface="Aptos Display"/>
              </a:defRPr>
            </a:pPr>
            <a:r>
              <a:t>Total Spent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30168"/>
            <a:ext cx="3017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Aptos"/>
              </a:defRPr>
            </a:pPr>
            <a:r>
              <a:t>173 missing initially → reconstructed from Quantity × Price Per Unit.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F34"/>
                </a:solidFill>
                <a:latin typeface="Aptos Display"/>
              </a:defRPr>
            </a:pPr>
            <a:r>
              <a:t>16. Final Step — Export the Cleaned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35598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rPr dirty="0" smtClean="0"/>
              <a:t>Save </a:t>
            </a:r>
            <a:r>
              <a:rPr dirty="0"/>
              <a:t>the cleaned </a:t>
            </a:r>
            <a:r>
              <a:rPr dirty="0" err="1"/>
              <a:t>dataframe</a:t>
            </a:r>
            <a:r>
              <a:rPr dirty="0"/>
              <a:t> for further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76178"/>
            <a:ext cx="10881360" cy="1355211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1500" y="200935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onsolas"/>
              </a:defRPr>
            </a:pPr>
            <a:r>
              <a:rPr dirty="0"/>
              <a:t>In [ ]: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2039804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99032" y="2032210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clean_cs.to_csv("Cleaned_Cafe_Sales.csv", index=False)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2350700"/>
            <a:ext cx="10058400" cy="32918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9032" y="2343106"/>
            <a:ext cx="10012680" cy="356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150">
                <a:solidFill>
                  <a:srgbClr val="E2E8F0"/>
                </a:solidFill>
                <a:latin typeface="Consolas"/>
              </a:defRPr>
            </a:pPr>
            <a:r>
              <a:t>print("Export Done")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30458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• Output file created by the notebook: Cleaned_Cafe_Sales.csv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• The cleaned dataset is now ready for downstream analysis, visualization or machine-learning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276152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endParaRPr lang="en-US" dirty="0" smtClean="0"/>
          </a:p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 smtClean="0"/>
              <a:t>What </a:t>
            </a:r>
            <a:r>
              <a:rPr dirty="0"/>
              <a:t>the mini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4117"/>
            <a:ext cx="1033272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endParaRPr lang="en-US" dirty="0" smtClean="0"/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 smtClean="0"/>
              <a:t>• </a:t>
            </a:r>
            <a:r>
              <a:rPr dirty="0"/>
              <a:t>Data cleaning is not only about removing rows — it is about understanding the data and applying defensible rules.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• The notebook combines detection, transformation, calculation, imputation and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• Relationships between Quantity, Price Per Unit and Total Spent are used to recover missing numeric values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937760" y="4206240"/>
            <a:ext cx="198855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3C5FD"/>
                </a:solidFill>
                <a:latin typeface="Aptos Display"/>
              </a:defRPr>
            </a:pPr>
            <a:endParaRPr lang="en-US" dirty="0" smtClean="0"/>
          </a:p>
          <a:p>
            <a:pPr>
              <a:defRPr sz="2800" b="1">
                <a:solidFill>
                  <a:srgbClr val="93C5FD"/>
                </a:solidFill>
                <a:latin typeface="Aptos Display"/>
              </a:defRPr>
            </a:pPr>
            <a:r>
              <a:rPr dirty="0" smtClean="0"/>
              <a:t>Thank </a:t>
            </a:r>
            <a:r>
              <a:rPr dirty="0"/>
              <a:t>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19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31520" y="950976"/>
            <a:ext cx="10835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1565</Words>
  <Application>Microsoft Office PowerPoint</Application>
  <PresentationFormat>Widescreen</PresentationFormat>
  <Paragraphs>238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Consolas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PC082-SARANYA</dc:creator>
  <cp:keywords/>
  <dc:description>generated using python-pptx</dc:description>
  <cp:lastModifiedBy>PC082-SARANYA</cp:lastModifiedBy>
  <cp:revision>13</cp:revision>
  <dcterms:created xsi:type="dcterms:W3CDTF">2013-01-27T09:14:16Z</dcterms:created>
  <dcterms:modified xsi:type="dcterms:W3CDTF">2026-09-22T12:22:34Z</dcterms:modified>
  <cp:category/>
</cp:coreProperties>
</file>